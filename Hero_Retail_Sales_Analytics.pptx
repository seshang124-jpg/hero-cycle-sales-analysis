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374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097280" y="4846320"/>
            <a:ext cx="2377440" cy="2377440"/>
          </a:xfrm>
          <a:prstGeom prst="ellipse">
            <a:avLst/>
          </a:prstGeom>
          <a:solidFill>
            <a:srgbClr val="5FBDB0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· SALES &amp; INVENTORY ANALYTICS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Retail Sales Analytics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pipeline built with Excel, SQL, Python and Power BI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 w="12700">
            <a:solidFill>
              <a:srgbClr val="5FBD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388620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 w="12700">
            <a:solidFill>
              <a:srgbClr val="5FBD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06040" y="38862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388620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 w="12700">
            <a:solidFill>
              <a:srgbClr val="5FBD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89120" y="38862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388620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 w="12700">
            <a:solidFill>
              <a:srgbClr val="5FBD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72200" y="38862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by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Seshang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Vinsup Skill Academy — Ganapathy, Coimbatore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transactions into retail intelligence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577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case study covering data cleaning, relational database design, exploratory analysis, customer segmentation, and dashboard reporting — following a four-phase pipeline that moves raw transactional data through cleaning, storage, analysis, and visualization.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577840" cy="2926080"/>
          </a:xfrm>
          <a:prstGeom prst="roundRect">
            <a:avLst>
              <a:gd name="adj" fmla="val 3125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competitive retail market, businesses need to track sales performance, understand customer behaviour, and identify growth opportunities — using a multi-tool approach spanning Excel, SQL, Python, and Power BI.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1508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Cases Addressed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202082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766560" y="18928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sales performance across stores and staff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92240" y="258775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766560" y="24597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high-value customers &amp; buying behaviour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3154680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766560" y="302666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customer segmentation for targeted marketing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372160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66560" y="35935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inventory levels and product performance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92240" y="428853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66560" y="4160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Power BI 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89204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Demonstrated:  Data Cleaning · SQL Querying · Python (Pandas/NumPy/Matplotlib) · RFM Segmentation · Power BI Reporting · Pipeline Integration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related tables, one retail story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315200" cy="4572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information incl. contact &amp; 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log with staff and store references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order_items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items per order (qty, price, discount, sales)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details incl. category, brand, model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quantities by store and product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master data and reporting structure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master data (address, contact)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metadata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category metadata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508760"/>
            <a:ext cx="3429000" cy="4663440"/>
          </a:xfrm>
          <a:prstGeom prst="roundRect">
            <a:avLst>
              <a:gd name="adj" fmla="val 2667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458200" y="1737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58200" y="219456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· customer_id · store_id · staff_id · product_id · order_date · order_status · quantity · list_price · discount · total_sales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458200" y="3794760"/>
            <a:ext cx="29260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458200" y="402336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fields match the relational structure defined in the ERD supplied for the project.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EXCEL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1520" y="177393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7739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6459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Headers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columns consistently (CustomerId, OrderId, ProductId) across all nine sheets.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00800" y="1773936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0" y="17739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1645920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86600" y="19659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customers and order_items for duplicate records.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2724912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31520" y="29443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31520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28163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13639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blanks/nulls; filled missing ZIP codes and phone numbers with placeholders.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724912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0" y="294436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00800" y="2944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28163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3136392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OrderDate, RequiredDate, ShippedDate to dates; ensured numeric fields.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895344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31520" y="4114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152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398678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30682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validation on OrderStatus (Pending / Processing / Completed / Rejected).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895344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00800" y="4114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40080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86600" y="3986784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Columns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86600" y="4306824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TotalSales = (ListPrice × Quantity) − Discount, plus an Outlier flag.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065776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31520" y="528523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31520" y="5285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17320" y="515721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Lookup Data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17320" y="547725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VLOOKUP/XLOOKUP to bring ProductName &amp; CategoryName into order_items.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5065776"/>
            <a:ext cx="5349240" cy="987552"/>
          </a:xfrm>
          <a:prstGeom prst="roundRect">
            <a:avLst>
              <a:gd name="adj" fmla="val 7407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400800" y="528523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00800" y="52852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86600" y="515721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&amp; Outlier Review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86600" y="5477256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pivot of total sales by category; sorted list_price to flag outliers.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nine cleaned workbook files, matching the ERD structure, ready for direct SQL import.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SQL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management &amp; querying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named hero was created in MySQL and populated from the cleaned Excel exports, replicating the ERD structure across all nine tables.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85800" y="227685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2219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for Order Details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34440" y="2532888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order line-item view across orders, order_items &amp; products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2148840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355080" y="2276856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03720" y="222199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Store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03720" y="2532888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order_items by StoreId, summed TotalSales per store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91256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331927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26440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Selling Products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234440" y="3575304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products by units sold using ORDER BY / LIMIT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191256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55080" y="3319272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03720" y="326440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 Summary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03720" y="3575304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orders, items purchased &amp; revenue per customer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233672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5800" y="436168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30682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by Spend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234440" y="4617720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brackets via CASE WHEN logic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233672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55080" y="436168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03720" y="430682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Performance Analysis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903720" y="4617720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&amp; revenue per staff member, ranked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276088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85800" y="540410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34440" y="53492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Alert Query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34440" y="5660136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Summed stock quantity per product to flag low-stock items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5276088"/>
            <a:ext cx="5349240" cy="877824"/>
          </a:xfrm>
          <a:prstGeom prst="roundRect">
            <a:avLst>
              <a:gd name="adj" fmla="val 8333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355080" y="5404104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03720" y="53492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Staging Table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903720" y="5660136"/>
            <a:ext cx="4526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customer_segments table for the Python RFM output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PYTHON &amp; ML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 &amp; RFM segmentation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Jupyter notebook connected to the hero MySQL database via mysql-connector-python / SQLAlchemy, pulling orders, customers and order_items into Pandas DataFrames for analysis.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93522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51560" y="278892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orders (1,615 × 8), customers (1,445 × 9) and order_items (4,722 × 11) with describe(), info(), value_counts()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89534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51560" y="374904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Visualised order status distribution — 4-Completed dominates, with small Processing / Pending / Rejected shares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855464"/>
            <a:ext cx="109728" cy="1097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51560" y="47091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Visualised customers by state: NY leads (~1,020), then CA (~285), then TX (~140)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Feature Engineering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2971800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240" y="2971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1812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each customer's most recent order (vs. max order date + 1)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3593592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92240" y="359359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18120" y="35935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distinct orders placed by the customer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4215384"/>
            <a:ext cx="118872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92240" y="421538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818120" y="4215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of all purchases (sum of TotalSales)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92240" y="4983480"/>
            <a:ext cx="484632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92240" y="51663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results (1,445 rows) were written back to SQL as consumer_segments via SQLAlchemy's to_sql(), closing the loop for Power BI.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POWER BI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2495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seven-page interactive dashboard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SQL database, modelling relationships between orders, order_items, products, customers, stores and staffs — and consuming the customer_segments table produced in Python.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FBD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/ navigation page with entry button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7255" y="22860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0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FBD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474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hub with buttons to each report page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366760" y="2514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FBD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6676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Overview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347472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trend, cumulative sales, KPI cards for revenue &amp; orders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777240" y="4754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FBD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349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Overview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7150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products, Sales-by-Store map, Revenue by Staff, Low Stock Alert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5262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572000" y="4754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FBD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0" y="5349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Dashboard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57150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KPIs, Customer Purchase Analysis by city/state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5262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7F8"/>
          </a:solidFill>
          <a:ln w="12700">
            <a:solidFill>
              <a:srgbClr val="E1E8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366760" y="4754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FBDB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36676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66760" y="5349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Segmentation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571500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distribution, segment share donut, revenue by segment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pipeline reveals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80136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stores · 10 staff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orders and revenue concentrate across a small footprint — making per-store and per-staff comparisons directly actionable.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92240" y="180136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Top-5 products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both in SQL (by quantity) and Power BI (by revenue) — a disproportionate share of sales, useful for inventory prioritisation.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413308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1,445 customers segmented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spending-brackets and Python RFM both split the base into low, medium and high-value groups for targeted marketing.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065A82">
              <a:alpha val="85000"/>
            </a:srgbClr>
          </a:solidFill>
          <a:ln w="95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92240" y="413308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FBD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939 stock records monitored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92240" y="4663440"/>
            <a:ext cx="4800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stock alert query surfaces products at or near low-inventory thresholds, supporting proactive restocking.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produced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ect">
            <a:avLst/>
          </a:prstGeom>
          <a:solidFill>
            <a:srgbClr val="F4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91640" y="174650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Excel Files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120640" y="1746504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brands, categories, customers, order_items, orders, products, staffs, stocks, stores (.xlsx)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6424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822960" y="292608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284378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Scripts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120640" y="2843784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hero.sql — database creation and all 8 analytical queries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64240" cy="1051560"/>
          </a:xfrm>
          <a:prstGeom prst="rect">
            <a:avLst/>
          </a:prstGeom>
          <a:solidFill>
            <a:srgbClr val="F4F7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2960" y="402336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2960" y="4023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394106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Notebook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120640" y="3941064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python.ipynb — EDA, RFM calculation, and SQL export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10515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22960" y="5120640"/>
            <a:ext cx="594360" cy="594360"/>
          </a:xfrm>
          <a:prstGeom prst="roundRect">
            <a:avLst>
              <a:gd name="adj" fmla="val 15385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51206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503834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120640" y="5038344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hero.pbix — 7-page interactive dashboard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875520" y="438912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F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pipeline for retail decision-making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Retail Sales Analytics project delivers a complete ETL and analytics pipeline: raw data cleaned in Excel, structured and queried in SQL, analysed and segmented using Python, and visualised through an interactive Power BI report.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47472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outputs give management a repeatable way to monitor store and staff performance, track top products, manage stock levels, and target customers by value segment.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 w="12700">
            <a:solidFill>
              <a:srgbClr val="5FBD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49377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06040" y="493776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 w="12700">
            <a:solidFill>
              <a:srgbClr val="5FBD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06040" y="49377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493776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 w="12700">
            <a:solidFill>
              <a:srgbClr val="5FBD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89120" y="49377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4937760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065A82"/>
          </a:solidFill>
          <a:ln w="12700">
            <a:solidFill>
              <a:srgbClr val="5FBD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72200" y="49377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Retail Sales Analytics — Vinsup Skill Academy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1241</Words>
  <Application>Microsoft Office PowerPoint</Application>
  <PresentationFormat>Widescreen</PresentationFormat>
  <Paragraphs>198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S0869999</cp:lastModifiedBy>
  <cp:revision>3</cp:revision>
  <dcterms:created xsi:type="dcterms:W3CDTF">2026-07-16T06:05:56Z</dcterms:created>
  <dcterms:modified xsi:type="dcterms:W3CDTF">2026-07-16T09:14:21Z</dcterms:modified>
</cp:coreProperties>
</file>